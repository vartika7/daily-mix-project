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linkedin.com/in/vartika7" TargetMode="External"/><Relationship Id="rId2" Type="http://schemas.openxmlformats.org/officeDocument/2006/relationships/hyperlink" Target="mailto:vartika.career@gmail.com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 Mix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Personalised Playlist to Fix New-User Retention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7863840" cy="1508760"/>
          </a:xfrm>
          <a:prstGeom prst="rect">
            <a:avLst/>
          </a:prstGeom>
          <a:solidFill>
            <a:srgbClr val="1A2350"/>
          </a:solidFill>
          <a:ln w="12700">
            <a:solidFill>
              <a:srgbClr val="2A36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926080"/>
            <a:ext cx="7223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D30 retention for new users declined from ~28% to ~23% over two quarters. Early sessions were short and search-dominated - new users couldn't find an easy "press play" option.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Vartika  |  Product Analytics Case Study  |  ~12,000 users · 30-day window · Simulated data  |  </a:t>
            </a:r>
            <a:pPr algn="ctr" indent="0" marL="0">
              <a:buNone/>
            </a:pPr>
            <a:r>
              <a:rPr lang="en-US" sz="100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pPr algn="ctr" indent="0" marL="0">
              <a:buNone/>
            </a:pPr>
            <a:r>
              <a:rPr lang="en-US" sz="10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algn="ctr" indent="0" marL="0">
              <a:buNone/>
            </a:pPr>
            <a:r>
              <a:rPr lang="en-US" sz="100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Email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Insights That Motivated the Feature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0604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2606040" cy="73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371600"/>
            <a:ext cx="411480" cy="41148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 to First Play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65.6%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 retention (&lt; 2 min)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who played within 2 min had 37% higher D7 retention than slow activators (47.9%).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051560"/>
            <a:ext cx="260604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051560"/>
            <a:ext cx="2606040" cy="73152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13" name="Shape 11"/>
          <p:cNvSpPr/>
          <p:nvPr/>
        </p:nvSpPr>
        <p:spPr>
          <a:xfrm>
            <a:off x="3520440" y="1371600"/>
            <a:ext cx="411480" cy="41148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069080" y="1371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Early Sessions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2011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361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2.0x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474720" y="2606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D30 lift (15+ min in 72h)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30632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38.5% D30 retention with a deep session vs 19.2% without. 34.9% of users achieved this organically.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0604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51560"/>
            <a:ext cx="2606040" cy="7315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1" name="Shape 19"/>
          <p:cNvSpPr/>
          <p:nvPr/>
        </p:nvSpPr>
        <p:spPr>
          <a:xfrm>
            <a:off x="6355080" y="1371600"/>
            <a:ext cx="411480" cy="41148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03720" y="1371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 Drives Retention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09360" y="2011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~1.5x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309360" y="2606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D30 (controlled for listening)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30632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new artists in week 1: 1.5x D30 retention within the same listening-time tercile.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Reduce friction to first play, engineer deep sessions, surface diverse content from day 1.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 Mix - Feature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029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887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personalised playlist, pinned on the Home screen for the first 30 days.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182880" cy="18288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920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friction  </a:t>
            </a:r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to start playing. No browsing, no searching.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182880" cy="18288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4231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depth  </a:t>
            </a:r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tracks (~90 min). Users naturally drift into 15+ min sessions.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971800"/>
            <a:ext cx="182880" cy="18288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926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diversity  </a:t>
            </a:r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10-15 distinct artists per daily refresh. Broad genre palette.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474720"/>
            <a:ext cx="182880" cy="18288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4290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placement  </a:t>
            </a:r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thing users see on every open. Maximises habit formation.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977640"/>
            <a:ext cx="182880" cy="18288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9319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scope  </a:t>
            </a:r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Time-bounded to new-user period. Clean experiment boundary.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60720" y="1051560"/>
            <a:ext cx="3017520" cy="37490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0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 Setup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0" y="1783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50/50 A/B test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0" y="22860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22860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~6,065 users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home screen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0" y="2788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0" y="2788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~5,935 users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Mix tile on Home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0" y="32918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3291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42-day signup 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observation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0" y="37947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0" y="3794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D30 retention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0" y="42976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0" y="4297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diversity (&lt;10%)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usage (&lt;5%)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24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D30 Retention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+5.3 pp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23.3%  →  Treatment: 28.6%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06040" y="96012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97480" y="1024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 Retention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97480" y="12984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+9.3 pp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97480" y="1874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55.1%  →  Treatment: 64.5%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024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Listening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12984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+14.7%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46320" y="1874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45.6 med  →  Treatment: 52.4 med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03720" y="96012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95160" y="1024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Diversity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95160" y="12984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-19.8%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995160" y="1874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66.8  →  Treatment: 53.6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743200"/>
            <a:ext cx="82296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2834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 &amp; Cannibalization Summary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246120"/>
          <a:ext cx="786384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1097280"/>
                <a:gridCol w="1371600"/>
                <a:gridCol w="2011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Artist diversity (per 100 plays)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-19.8%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 &gt;10% threshold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usage (searches/user)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Passes &lt;5% threshold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surface listening (min/user)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-50.6%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substitution (net +11.2%)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Mix listening (min/user)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361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surface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361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Additive engagement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Hard Decision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Recommendation: Do Not Ship - Iterate and Re-test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retention uplift (+5.3 pp D30) but 19.8% artist diversity drop exceeds the 10% guardrail.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3977640" cy="2743200"/>
          </a:xfrm>
          <a:prstGeom prst="rect">
            <a:avLst/>
          </a:prstGeom>
          <a:solidFill>
            <a:srgbClr val="1A2350"/>
          </a:solidFill>
          <a:ln w="12700">
            <a:solidFill>
              <a:srgbClr val="2A36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94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Not Ship?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listening harms long-tail artist economics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bubble risk degrades long-term user satisfaction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exist for a reason - overriding them sets a dangerous precedent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retention signal is strong enough to survive algorithm constraints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2057400"/>
            <a:ext cx="3977640" cy="2743200"/>
          </a:xfrm>
          <a:prstGeom prst="rect">
            <a:avLst/>
          </a:prstGeom>
          <a:solidFill>
            <a:srgbClr val="1A2350"/>
          </a:solidFill>
          <a:ln w="12700">
            <a:solidFill>
              <a:srgbClr val="2A36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2194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Next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260604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diversity constraints: min 12 artists/mix, 20% long-tail quota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A/B test with constrained variant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80% of uplift (+4.2 pp D30) while passing all guardrails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validated: est. ~361 incremental retained users/month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Daily Mix - New-User Retention Experiment</dc:title>
  <dc:subject>PptxGenJS Presentation</dc:subject>
  <dc:creator>Vartika</dc:creator>
  <cp:lastModifiedBy>Vartika</cp:lastModifiedBy>
  <cp:revision>1</cp:revision>
  <dcterms:created xsi:type="dcterms:W3CDTF">2026-03-25T09:34:38Z</dcterms:created>
  <dcterms:modified xsi:type="dcterms:W3CDTF">2026-03-25T09:34:38Z</dcterms:modified>
</cp:coreProperties>
</file>